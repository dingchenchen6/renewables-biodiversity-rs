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建设前土地覆盖(ESA CCI 2018,300 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光伏(面积 %)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森林</c:v>
                  </c:pt>
                  <c:pt idx="4">
                    <c:v>水体</c:v>
                  </c:pt>
                  <c:pt idx="5">
                    <c:v>其他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33.2</c:v>
                </c:pt>
                <c:pt idx="1">
                  <c:v>31.2</c:v>
                </c:pt>
                <c:pt idx="2">
                  <c:v>26.5</c:v>
                </c:pt>
                <c:pt idx="3">
                  <c:v>0.7</c:v>
                </c:pt>
                <c:pt idx="4">
                  <c:v>4.1</c:v>
                </c:pt>
                <c:pt idx="5">
                  <c:v>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风机(数量 %)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森林</c:v>
                  </c:pt>
                  <c:pt idx="4">
                    <c:v>水体</c:v>
                  </c:pt>
                  <c:pt idx="5">
                    <c:v>其他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34.9</c:v>
                </c:pt>
                <c:pt idx="2">
                  <c:v>19.4</c:v>
                </c:pt>
                <c:pt idx="3">
                  <c:v>12.2</c:v>
                </c:pt>
                <c:pt idx="4">
                  <c:v>0.8</c:v>
                </c:pt>
                <c:pt idx="5">
                  <c:v>10.9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可以做,而且时机好;关键在于换掉暴露、结局与反事实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建设前生境:建设前一年年度土地覆盖(GLC_FCS30D;中国专题用 CLCD)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土地覆盖(Yang &amp; Huang 2021)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Zenodo 下载后上传为 GEE 资产;先核对最新版本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806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提示:ESA CCI 为 300 m 粗分辨率;2018 年建成站点的"2018 年覆盖"可能已是建成后状态,正式分析改用建设前一年的 30 m 年度土地覆盖。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项目已注册;按实测字段跑通起步脚本,导出中国站点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抽样目视验证建设日期,判断 G1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2026-10-20T10:50:47Z</dcterms:created>
  <dcterms:modified xsi:type="dcterms:W3CDTF">2026-10-20T10:50:47Z</dcterms:modified>
</cp:coreProperties>
</file>