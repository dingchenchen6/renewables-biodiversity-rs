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75.5%。按站点数一半建在耕地上。风机森林:CLCD 12.5%、GLC 6.3%;分层抽 36 台哨兵-2 盲判定标后约 8,900 台(5,300–9,600),接近 CLCD。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西北旱区试点:交错 DiD 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修正版:匹配的从未建设对照 + HonestDiD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362 站 vs 530 个匹配点(2010–2016 NDVI 轨迹、PVOUT、坡度、海拔;省份与 CLCD 覆盖精确匹配);1 年预期期</a:t>
            </a:r>
            <a:endParaRPr lang="en-US" sz="1400" dirty="0"/>
          </a:p>
        </p:txBody>
      </p:sp>
      <p:pic>
        <p:nvPicPr>
          <p:cNvPr id="4" name="Image 0" descr="results/figures/pilot_nw_mat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583680" cy="4773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46304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1554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 NDVI −0.029(约 −11%)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0" y="19659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95% CI −0.043 至 −0.016;HonestDiD 在 Mbar = 0.5 仍显著(−0.054, −0.002)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0" y="292608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3017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外围环异质性 +0.007(约 +10%)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0" y="3429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 NDVI 均值不变;异质性上升,方向与 H3 同质化相反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4389120"/>
            <a:ext cx="4343400" cy="1298448"/>
          </a:xfrm>
          <a:prstGeom prst="roundRect">
            <a:avLst>
              <a:gd name="adj" fmla="val 422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805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G2 有条件通过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 = −1 已先降一个台阶(清表早于面板可见);留出检验仍拒绝,稳健性靠 HonestDiD 的界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鸟类:站点层面的近远区对照与多物种占域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近区 0–5 km vs 远区 8–20 km,站点 × 年份固定效应;CBRC + eBird/GBIF 合并去重清单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近区 × 建设后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 站(每格 ≥ 3)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 站(每格 ≥ 5)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清单物种数(控制时长、月份、来源)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−10.3%(−22.9, +4.5)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−10.2%(−23.0, +4.6)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观察者固定效应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−9.6%(−24.3, +8.0)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−9.7%(−24.3, +7.7)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占域模型:群落平均(logit)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+0.22(−0.11, 0.59)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−0.41(−0.75, −0.04)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派生丰富度 DiD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+1.6 种(−0.6, 3.9)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−3.9 种(−6.1, −1.7)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6,682 个研究站点中只有 38 个(&lt;1%)四格各 ≥ 3 份清单;西北试点与大站全部不合格。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4709160"/>
            <a:ext cx="6400800" cy="1463040"/>
          </a:xfrm>
          <a:prstGeom prst="roundRect">
            <a:avLst>
              <a:gd name="adj" fmla="val 3750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80060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判断:不稳定,暂不下结论。占域结果随纳入门槛翻转(38 站已收敛,R-hat ≤ 1.03),由 14 个稀疏站点驱动;近区建设前 3 年偏高,存在预趋势。大型荒漠基地需结构化监测或 China BON-Birds。</a:t>
            </a:r>
            <a:endParaRPr lang="en-US" sz="1200" dirty="0"/>
          </a:p>
        </p:txBody>
      </p:sp>
      <p:pic>
        <p:nvPicPr>
          <p:cNvPr id="8" name="Image 0" descr="results/figures/site_birds_d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4572000" cy="28986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清单层面事件研究(38 站)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站内结局改用哨兵-2 10 m 板间像元,分离面板机械效应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鸟类:24 站留一检验与更长时窗;大型基地布设结构化监测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2026-10-21T09:13:06Z</dcterms:created>
  <dcterms:modified xsi:type="dcterms:W3CDTF">2026-10-21T09:13:06Z</dcterms:modified>
</cp:coreProperties>
</file>