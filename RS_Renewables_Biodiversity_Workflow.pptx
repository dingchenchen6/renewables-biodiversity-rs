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年后新建光伏:建设前一年土地覆盖(GLC_FCS30D,30 m,按面积)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光伏(面积 %)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建设前生境:建设前一年年度土地覆盖(CLCD 1985–2025 为主,GLC_FCS30D 交叉核对)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 v1.0.5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 1985–2025(Yang &amp; Huang 2026,Zenodo,CC BY 4.0)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doi:10.5281/zenodo.18180184;需 2017–2023 年 7 幅,约 5.7 GB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按站点数,近一半建在耕地上。对照 GRW 自带 ESA CCI 2018(300 m):裸地 33.2%、草地 31.2%、耕地 26.5%。风机(GLC_FCS30D 前一年 30 m,72,837 台):裸地 32.9%、耕地 23.3%、草地 21.2%、森林 6.3%(ESA CCI 300 m 给出森林 12.2%,高估约一倍)。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日期三重核对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左:建设前一年 30 m 覆盖按建设年份;右:哨兵-2 自动断点、目视复核、TZ-SAM 独立日期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哨兵-2 自动断点在 GRW 季度 ±2 内(100 站;预设 85%)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79.6%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TZ-SAM 建设时间上下界一致(n = 7,987)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偏晚,中位数晚 4.1 季;目视复核 6 站中 5 站与 TZ 互证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对策:主样本只用 GRW 与 TZ-SAM 一致的 6,355 站;处理时点取两者较早者;GRW 季度前 2 季至当季为过渡期。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光伏站:绿度与异质性事件研究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下载 CLCD 2017–2023,复算光伏与风机的建设前覆盖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2026-10-20T13:45:20Z</dcterms:created>
  <dcterms:modified xsi:type="dcterms:W3CDTF">2026-10-20T13:45:20Z</dcterms:modified>
</cp:coreProperties>
</file>