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可以做,而且时机好;关键在于换掉暴露、结局与反事实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country_code = CHN,保留 construction_date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建设前生境:建设前一年年度土地覆盖(GLC_FCS30D;中国专题用 CLCD)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目录中已核实存在;注册 GEE 项目后需在线复核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MODIS GPP 与蒸散产品、ERA5-Land 月聚合版本本次未核验,使用前确认。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土地覆盖(Yang &amp; Huang 2021)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Zenodo 下载后上传为 GEE 资产;先核对最新版本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4415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 非商业项目,跑通起步脚本,统计中国站点的季度分布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抽样目视验证建设日期,判断 G1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2026-10-20T07:32:33Z</dcterms:created>
  <dcterms:modified xsi:type="dcterms:W3CDTF">2026-10-20T07:32:33Z</dcterms:modified>
</cp:coreProperties>
</file>